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8288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8288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18288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8288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50292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50292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50292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50292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50292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82296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82296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82296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82296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82296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14300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14300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14300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14300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14300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46304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46304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46304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146304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1463040"/>
            <a:ext cx="64008" cy="6400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 → developer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Основы Linux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36576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будущих разработчиков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657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строка, файловая система, процессы и сетевые инструменты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 ·  CLI  ·  DevOps  ·  Open Source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Содержание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73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Linux?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место в мире разработки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51560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Файловая система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каталогов и навигация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13432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строка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команды и pipes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313432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313432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Пользователи, группы, chmod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75304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75304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85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3986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4306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ps, kill, bg/fg, crontab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575304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575304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685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0" y="3986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и инструменты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4306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curl, ssh, grep, find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/ Что такое Linux?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— это ядро операционной системы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 Линусом Торвальдсом в 1991 году как студенческий проект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Свободное ПО с открытым исходным кодом (лицензия GPL)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для Android, серверов, суперкомпьютеров и IoT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 серверов в интернете работают на Linux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разработчик обязан уметь работать в Linux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дистрибутивы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371600"/>
            <a:ext cx="320040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371600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42432" y="1755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старт для новичка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240280"/>
            <a:ext cx="320040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240280"/>
            <a:ext cx="64008" cy="7315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42432" y="2624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Стабильность и надёжность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108960"/>
            <a:ext cx="320040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108960"/>
            <a:ext cx="6400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42432" y="34930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Максимальный контроль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977640"/>
            <a:ext cx="320040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977640"/>
            <a:ext cx="64008" cy="7315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742432" y="4361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и микросервисы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/ Файловая система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Linux всё есть файл — устройства, процессы, сокеты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408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 файловой системы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65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65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Домашние директории пользователей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225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Конфигурационные файлы системы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779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79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данные: логи, БД, кэш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369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2369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 и библиотеки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694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Временные файлы (очищается при перезагрузке)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151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151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Виртуальная ФС: информация о процессах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6085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6085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456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Устройства: диски, терминалы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/ Командная строка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файлов с правами и размерами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69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в директорию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99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src dst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файлов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0299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src dst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Перемещение / переименование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00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dir/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директории рекурсивно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88036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9900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file.txt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8348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содержимого файла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50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'err' log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паттерна в файле/потоке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950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f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8348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прав доступа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Pipes: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access.log | grep '404' | sort | uniq -c | sort -rn | head -10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/ Права доступа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Анатомия прав файла: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-rwxr-xr--  1  oleg  dev  4096  file.sh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2860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38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6858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385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(rwx)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1874520"/>
            <a:ext cx="6858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9385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(r-x)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1874520"/>
            <a:ext cx="685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9385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(r--)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— числовая нотация: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56032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256032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88620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56032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72084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app.sh   →  rwxr-xr-x   |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600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.env     →  rw-------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/ Процессы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860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2860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960120"/>
            <a:ext cx="22860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280160"/>
            <a:ext cx="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280160"/>
            <a:ext cx="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7452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84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всех процессов системы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87452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984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93792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/ htop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CPU и памяти в реальном времени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944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&lt;PID&gt;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Принудительное завершение процесса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8346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944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93792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(ampersand)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процесса в фоне: ./server &amp;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904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/ fg / bg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фоновыми задачами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79476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904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93792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 cmd &amp;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8348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Продолжать работу после выхода из терминала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/ Сеть и инструменты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команды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990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-I https://site.com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HTTP-заголовки ответа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956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https://file.zip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файл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5117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user@host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7706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по SSH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272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file host:path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3467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через SSH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30168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685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-tulpn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922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порты и соединения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google.com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498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доступности хоста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текста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32588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3990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'TODO' 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16184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Рекурсивный поиск в проекте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901952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97510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02352" y="1956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'*.go'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2194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файлы по паттерну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478024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5117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'{print $1}'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27706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Извлечь поля из строк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054096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1272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02352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's/old/new/g'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33467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паттерна в тексте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630168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703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02352" y="3685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| uniq -c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92040" y="3922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Уникальные строки с подсчётом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420624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02352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file.txt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92040" y="4498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строк в файле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Практика: рабочий сценарий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Go-сервиса на удалённый Linux-сервер: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0817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26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353312"/>
            <a:ext cx="484632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4447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264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deploy@192.168.1.10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978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Подключаемся к серверу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08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947672"/>
            <a:ext cx="484632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0391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0208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/opt/myapp &amp;&amp; git pull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Обновляем код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15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2542032"/>
            <a:ext cx="484632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633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6151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build -o server ./cmd/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Собираем бинарник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19125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095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3136392"/>
            <a:ext cx="484632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227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2095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9788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Даём права на запуск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8561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039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3730752"/>
            <a:ext cx="484632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822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3803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myapp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9788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Перезапускаем сервис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997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98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14400" y="4325112"/>
            <a:ext cx="484632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416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80160" y="43982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myapp -f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9788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Смотрим логи в реальном времени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Итоги и что дальше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навыки: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по файловой системе и работа с файлами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Трубы (pipes) и перенаправление потоков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правами chmod/chown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352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процессов ps/top/kill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и базовые сетевые команды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9319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Bash-скриптинг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рутинных задач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47088"/>
            <a:ext cx="39319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847088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911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 / Neovim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1214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Редактор, который везде есть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68296"/>
            <a:ext cx="39319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368296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432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6426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Контейнеры поверх Linux namespaces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889504"/>
            <a:ext cx="39319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889504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1638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сервисами в продакшне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410712"/>
            <a:ext cx="39319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410712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6850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Планировщик задач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Практикуйтесь каждый день — и CLI станет вашим лучшим инструментом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Linux для разработчиков</dc:title>
  <dc:subject>PptxGenJS Presentation</dc:subject>
  <dc:creator>PptxGenJS</dc:creator>
  <cp:lastModifiedBy>PptxGenJS</cp:lastModifiedBy>
  <cp:revision>1</cp:revision>
  <dcterms:created xsi:type="dcterms:W3CDTF">2026-03-14T07:41:00Z</dcterms:created>
  <dcterms:modified xsi:type="dcterms:W3CDTF">2026-03-14T07:41:00Z</dcterms:modified>
</cp:coreProperties>
</file>